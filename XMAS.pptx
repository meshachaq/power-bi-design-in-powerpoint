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3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0ED65-14D5-41E2-BF65-B77F18C11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F139F-97AB-476C-9B2D-79E26B141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94F84-F591-425A-915B-58AD878E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B650-B3AF-4C58-831A-673635648065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9EE33-B168-4399-8C62-52C897378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ED136-D630-48A6-8DE2-40285699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62697-296F-4E08-9804-C83C647C77E9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9519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FE6B8-6CCF-4B5C-9AF9-7989FE1B7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69845-6E06-4F55-A0AD-C8D3707B6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06DE5-EC25-4D76-9E00-A82F4A23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B650-B3AF-4C58-831A-673635648065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7EBE8-D5C4-4927-876C-616F90D9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9626A-280B-48CB-9292-07D875D4A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62697-296F-4E08-9804-C83C647C77E9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868579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1ED79-A5C2-4275-9210-4565897C8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CA212-B0D9-4731-9842-60CA2E313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192D8-434B-45B8-8AC0-A508EC6E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B650-B3AF-4C58-831A-673635648065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DCFBB-18C7-4D2C-BA1E-912EFADB7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D1C8A-D080-4478-AC0A-B353D1608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62697-296F-4E08-9804-C83C647C77E9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72974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5D33-C657-4B00-A496-8F64FD240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80D63-BD28-4A42-8DEF-36DD31705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7B65C-B0C0-4DDB-9773-0623B296A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65F9D-E067-4542-97A2-89892BCE8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B650-B3AF-4C58-831A-673635648065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7ACAE-4BED-49FB-9DA5-7BD06CC2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CC34F-C45A-49A3-A9C1-1F076822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62697-296F-4E08-9804-C83C647C77E9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069884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7B39E-FD13-421B-ABB8-71FD6DFC9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7FECA-0C5A-4646-8517-1FC4FD6A2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8A40E-A46A-48DE-A42D-F39668DF4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5C17AD-C9DF-4D0A-80FC-A0A7C9E66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788D11-DA56-4507-AB90-2558A6B06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443CE4-7143-4985-A275-4120D96A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B650-B3AF-4C58-831A-673635648065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565EF-1DF9-4770-B0B2-63D41F4B8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5EF359-B07C-4869-A111-53E9CADCA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62697-296F-4E08-9804-C83C647C77E9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069111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757FF-8CA0-4F53-ADC3-3D2E81083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838A4E-1CB0-4608-84EA-36951E07A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B650-B3AF-4C58-831A-673635648065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6AC6F-8869-41E3-BB83-D59BC61F4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1EBDB-FD0B-40DB-97DB-A26DA4054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62697-296F-4E08-9804-C83C647C77E9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515668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2B6406-C4DE-4C17-BD07-CF5706726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B650-B3AF-4C58-831A-673635648065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E8FFCC-B9BC-4843-A541-2E5D1465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71CA4-20ED-4394-B07A-14C2D2F6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62697-296F-4E08-9804-C83C647C77E9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831700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28A47-CEC6-4AA7-9195-27B594DB5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3CE40-15AA-405B-829B-D416DFA55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6D1D51-7513-46F5-9816-4B57870AC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F758E-0DDF-4E12-BF2F-0F6FE6F9A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B650-B3AF-4C58-831A-673635648065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4E62E-9B18-44B6-AAEF-C193EFCC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C06F9-85AC-430C-B7DA-7E62B32B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62697-296F-4E08-9804-C83C647C77E9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697102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B7CA6-A233-4E64-9B64-911124214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4E35B2-FBE6-44CA-B99B-0BCA8DE5D8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8336D-F0FB-4E2B-9FDA-93C1A2658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B082C-EC90-407B-84F9-FEA723D27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B650-B3AF-4C58-831A-673635648065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4EAEA-29FB-4AA1-BD01-0F1E0502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6EF5F-134B-4636-8345-9ADB26F1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62697-296F-4E08-9804-C83C647C77E9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576505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9D3CD-6C05-48B0-8048-A7958292A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52BC8-456B-4A34-A898-FDDD3B8A3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9F3A1-B5B4-4303-BB6E-EAB8249FB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B650-B3AF-4C58-831A-673635648065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E6C32-04EE-4CBB-8648-1CFF6446E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154D6-9F04-4F66-89CD-B1B2BD50A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62697-296F-4E08-9804-C83C647C77E9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8757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7A7E39-3CC2-405B-BB24-1B0D38047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47360-A728-4145-BB93-8A3A566F8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56D9A-6B61-441E-8CDD-77397970B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B650-B3AF-4C58-831A-673635648065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E204A-F37B-4CEF-AB12-4C1F03685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53383-506A-4CBE-92EC-361206359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62697-296F-4E08-9804-C83C647C77E9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76178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A8528-5BED-4BD9-9E2B-EC1145998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C2A07-620F-4362-8046-86AA2EFE3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BD920-D05A-4C0B-874F-1EF11BB134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DB650-B3AF-4C58-831A-673635648065}" type="datetimeFigureOut">
              <a:rPr lang="en-GH" smtClean="0"/>
              <a:t>24/11/2025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F16CD-6B6D-410B-89EF-53CDFC0726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158F5-66F4-4AD4-A114-F35901A56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62697-296F-4E08-9804-C83C647C77E9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181527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64A3BA-D598-4B17-BDAA-17D1F207AD30}"/>
              </a:ext>
            </a:extLst>
          </p:cNvPr>
          <p:cNvSpPr/>
          <p:nvPr/>
        </p:nvSpPr>
        <p:spPr>
          <a:xfrm>
            <a:off x="76200" y="66674"/>
            <a:ext cx="12039600" cy="672465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E77FFD-189A-4605-8785-1A33ED803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7175" y="541107"/>
            <a:ext cx="6277397" cy="58787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9EEA06-71CB-4A29-B1D5-F43DA45948E8}"/>
              </a:ext>
            </a:extLst>
          </p:cNvPr>
          <p:cNvSpPr txBox="1"/>
          <p:nvPr/>
        </p:nvSpPr>
        <p:spPr>
          <a:xfrm>
            <a:off x="338137" y="248720"/>
            <a:ext cx="4029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MERRY CHRISTMAS</a:t>
            </a:r>
            <a:endParaRPr lang="en-GH" sz="32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9B36A9-388D-41E5-A0C7-2DA353FF2FDF}"/>
              </a:ext>
            </a:extLst>
          </p:cNvPr>
          <p:cNvSpPr txBox="1"/>
          <p:nvPr/>
        </p:nvSpPr>
        <p:spPr>
          <a:xfrm>
            <a:off x="-1014410" y="6329659"/>
            <a:ext cx="770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lgerian" panose="04020705040A02060702" pitchFamily="82" charset="0"/>
              </a:rPr>
              <a:t>IT’S CHRISTMAS!!  KINDLY SUBSCRIBE. </a:t>
            </a:r>
            <a:endParaRPr lang="en-GH" sz="24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84FAD2-9E32-4CD8-B7B1-BEFC2B85AE22}"/>
              </a:ext>
            </a:extLst>
          </p:cNvPr>
          <p:cNvSpPr/>
          <p:nvPr/>
        </p:nvSpPr>
        <p:spPr>
          <a:xfrm>
            <a:off x="5505449" y="123826"/>
            <a:ext cx="6524625" cy="24574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4E4ED6-1323-49E8-9FED-16B9F27BBBD1}"/>
              </a:ext>
            </a:extLst>
          </p:cNvPr>
          <p:cNvSpPr/>
          <p:nvPr/>
        </p:nvSpPr>
        <p:spPr>
          <a:xfrm>
            <a:off x="5505449" y="2657479"/>
            <a:ext cx="3314702" cy="205739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A57F14-590E-4EC9-A577-CB39E0D9574C}"/>
              </a:ext>
            </a:extLst>
          </p:cNvPr>
          <p:cNvSpPr/>
          <p:nvPr/>
        </p:nvSpPr>
        <p:spPr>
          <a:xfrm>
            <a:off x="8905875" y="2657479"/>
            <a:ext cx="3124199" cy="205739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74688C-D55C-4862-A168-4936AE3E3FF3}"/>
              </a:ext>
            </a:extLst>
          </p:cNvPr>
          <p:cNvSpPr/>
          <p:nvPr/>
        </p:nvSpPr>
        <p:spPr>
          <a:xfrm>
            <a:off x="5505449" y="4791078"/>
            <a:ext cx="3314702" cy="200024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1E9ED2-28DC-47FC-9101-C0C9494ECDDF}"/>
              </a:ext>
            </a:extLst>
          </p:cNvPr>
          <p:cNvSpPr/>
          <p:nvPr/>
        </p:nvSpPr>
        <p:spPr>
          <a:xfrm>
            <a:off x="8905874" y="4791078"/>
            <a:ext cx="3124200" cy="200024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046210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64A3BA-D598-4B17-BDAA-17D1F207AD30}"/>
              </a:ext>
            </a:extLst>
          </p:cNvPr>
          <p:cNvSpPr/>
          <p:nvPr/>
        </p:nvSpPr>
        <p:spPr>
          <a:xfrm>
            <a:off x="76200" y="57498"/>
            <a:ext cx="12039600" cy="672465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6F99D-4F64-4378-8A02-65BCB2769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2075" y="660627"/>
            <a:ext cx="7067550" cy="5536745"/>
          </a:xfrm>
          <a:prstGeom prst="rect">
            <a:avLst/>
          </a:prstGeom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D4C948-344C-49F8-A0A7-4C6F46695E2D}"/>
              </a:ext>
            </a:extLst>
          </p:cNvPr>
          <p:cNvSpPr txBox="1"/>
          <p:nvPr/>
        </p:nvSpPr>
        <p:spPr>
          <a:xfrm>
            <a:off x="-128588" y="75852"/>
            <a:ext cx="4448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MERRY CHRISTMAS</a:t>
            </a:r>
            <a:endParaRPr lang="en-GH" sz="32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8E3AB9-0430-4E1E-BED8-F43E91901465}"/>
              </a:ext>
            </a:extLst>
          </p:cNvPr>
          <p:cNvSpPr/>
          <p:nvPr/>
        </p:nvSpPr>
        <p:spPr>
          <a:xfrm>
            <a:off x="4319587" y="66675"/>
            <a:ext cx="5048250" cy="59395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22987B-1119-447E-8B64-30843C150D66}"/>
              </a:ext>
            </a:extLst>
          </p:cNvPr>
          <p:cNvSpPr/>
          <p:nvPr/>
        </p:nvSpPr>
        <p:spPr>
          <a:xfrm>
            <a:off x="9496425" y="75852"/>
            <a:ext cx="2552700" cy="59395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A4CCAD-E78D-44D3-B0A7-7D752B62CBE7}"/>
              </a:ext>
            </a:extLst>
          </p:cNvPr>
          <p:cNvSpPr/>
          <p:nvPr/>
        </p:nvSpPr>
        <p:spPr>
          <a:xfrm>
            <a:off x="4319587" y="758938"/>
            <a:ext cx="7729538" cy="59340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D5BEB7-1E2A-46BA-BB5F-377DF76A2A05}"/>
              </a:ext>
            </a:extLst>
          </p:cNvPr>
          <p:cNvSpPr/>
          <p:nvPr/>
        </p:nvSpPr>
        <p:spPr>
          <a:xfrm>
            <a:off x="4367214" y="857250"/>
            <a:ext cx="3086098" cy="18478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4BE87D-EB9D-4A14-8961-77995A4A1F2A}"/>
              </a:ext>
            </a:extLst>
          </p:cNvPr>
          <p:cNvSpPr/>
          <p:nvPr/>
        </p:nvSpPr>
        <p:spPr>
          <a:xfrm>
            <a:off x="7548565" y="857250"/>
            <a:ext cx="3086098" cy="18478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6DC334-FA65-4922-9AD1-5D0F33056375}"/>
              </a:ext>
            </a:extLst>
          </p:cNvPr>
          <p:cNvSpPr/>
          <p:nvPr/>
        </p:nvSpPr>
        <p:spPr>
          <a:xfrm>
            <a:off x="10729917" y="857250"/>
            <a:ext cx="1233484" cy="18478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2D9AAE-FA88-4993-8EC1-C3623353E646}"/>
              </a:ext>
            </a:extLst>
          </p:cNvPr>
          <p:cNvSpPr/>
          <p:nvPr/>
        </p:nvSpPr>
        <p:spPr>
          <a:xfrm>
            <a:off x="4367214" y="2946633"/>
            <a:ext cx="3890961" cy="25778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65F0C5-ADC3-43E6-B382-7E3D917DA143}"/>
              </a:ext>
            </a:extLst>
          </p:cNvPr>
          <p:cNvSpPr/>
          <p:nvPr/>
        </p:nvSpPr>
        <p:spPr>
          <a:xfrm>
            <a:off x="8305803" y="2946633"/>
            <a:ext cx="3657598" cy="259114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F1E14E-835D-4FED-875E-A846ED59644F}"/>
              </a:ext>
            </a:extLst>
          </p:cNvPr>
          <p:cNvSpPr txBox="1"/>
          <p:nvPr/>
        </p:nvSpPr>
        <p:spPr>
          <a:xfrm>
            <a:off x="4367215" y="5904984"/>
            <a:ext cx="7596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IT’S CHRISTMAS!!  KINDLY SUBSCRIBE. </a:t>
            </a:r>
            <a:endParaRPr lang="en-GH" sz="32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179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1747</TotalTime>
  <Words>16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Algerian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 Abena</dc:creator>
  <cp:lastModifiedBy>Maa Abena</cp:lastModifiedBy>
  <cp:revision>9</cp:revision>
  <dcterms:created xsi:type="dcterms:W3CDTF">2025-11-24T16:03:46Z</dcterms:created>
  <dcterms:modified xsi:type="dcterms:W3CDTF">2025-11-25T21:11:37Z</dcterms:modified>
</cp:coreProperties>
</file>