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G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71C85-91B5-4274-BF43-965FA5C9FD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FC2ED0-CA68-463E-96A0-7B62B81A75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E7586-CA62-4D0F-A71A-09A42448F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4BC88-A243-4471-962D-6EF0ABBCE22E}" type="datetimeFigureOut">
              <a:rPr lang="en-GH" smtClean="0"/>
              <a:t>28/11/2025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9398C-DC07-4145-B370-5209E24D3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E2984D-2885-4BAA-B4D8-F1BD83EC8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53614-D020-4CE0-A525-F1DF214FB8D1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377043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D59A4-1A2D-4276-97AA-9CD6B34DE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58871-4E7D-487C-B9ED-7C8DA024D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16DD7-8E5B-4607-B15C-541C2C53E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4BC88-A243-4471-962D-6EF0ABBCE22E}" type="datetimeFigureOut">
              <a:rPr lang="en-GH" smtClean="0"/>
              <a:t>28/11/2025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4E6D1-AE6B-486D-850A-DB758974A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96C20-56AD-42E3-9CB3-561EE4D8F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53614-D020-4CE0-A525-F1DF214FB8D1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4094601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33B92-C14F-4BBD-AE38-155AA82F1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DA3F9-C534-41AA-8BE4-07A9D9D1A7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6A6BAB-3816-4333-9E0E-D96F908C5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4BC88-A243-4471-962D-6EF0ABBCE22E}" type="datetimeFigureOut">
              <a:rPr lang="en-GH" smtClean="0"/>
              <a:t>28/11/2025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A9CA0-520E-4FCE-BB19-8EA9844F3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F870C3-92D0-4397-8DA6-D5D1258AE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53614-D020-4CE0-A525-F1DF214FB8D1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190699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0EDEA-4B9F-43D4-84CE-052AB1FC3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012D4-6F31-44A7-972B-93A4721452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248F94-EFF1-4FFF-ACDA-423F93D9CC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F57748-045F-494A-B93A-7F1BAB549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4BC88-A243-4471-962D-6EF0ABBCE22E}" type="datetimeFigureOut">
              <a:rPr lang="en-GH" smtClean="0"/>
              <a:t>28/11/2025</a:t>
            </a:fld>
            <a:endParaRPr lang="en-G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A98260-6222-45DA-B535-69DB8DBAD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742B1-3834-4797-8145-F99BD89EE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53614-D020-4CE0-A525-F1DF214FB8D1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570529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1874E-0BEA-4DCA-AF4F-9216D7CBF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3C08DC-91EF-4CC3-9CFF-1F649AEC83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0854EA-73AC-414F-B1D5-2882C63AD8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B11D38-3126-4386-B86E-492BA1996C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2F60CE-751C-47EE-9BBB-A48294AFF7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DE59E6-34CE-4544-BCBE-2D019A4A1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4BC88-A243-4471-962D-6EF0ABBCE22E}" type="datetimeFigureOut">
              <a:rPr lang="en-GH" smtClean="0"/>
              <a:t>28/11/2025</a:t>
            </a:fld>
            <a:endParaRPr lang="en-G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B24FFF-2938-42C5-8675-E019F37FD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707C33-431D-440A-B883-16CB3E608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53614-D020-4CE0-A525-F1DF214FB8D1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935977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89E10-AAD4-43D9-A691-6223FB73D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F8EFB3-81EE-450E-8337-8362707B5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4BC88-A243-4471-962D-6EF0ABBCE22E}" type="datetimeFigureOut">
              <a:rPr lang="en-GH" smtClean="0"/>
              <a:t>28/11/2025</a:t>
            </a:fld>
            <a:endParaRPr lang="en-G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78C8B4-9F08-45BB-82BA-D12A2EEDC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7D0C2C-9B11-4516-8325-81A8CFAC1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53614-D020-4CE0-A525-F1DF214FB8D1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618004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322181-7237-47E7-8955-A24CC5973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4BC88-A243-4471-962D-6EF0ABBCE22E}" type="datetimeFigureOut">
              <a:rPr lang="en-GH" smtClean="0"/>
              <a:t>28/11/2025</a:t>
            </a:fld>
            <a:endParaRPr lang="en-G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F3B4A7-EA9F-44B5-B1FF-D404D20C2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30F00A-20CB-4281-8F00-F37E464E5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53614-D020-4CE0-A525-F1DF214FB8D1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4222105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5444A-02B1-469F-AFD3-BCA06EFF7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A1674-AE77-42BE-AFF7-0902C3B80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89EFB7-9F2E-4E25-9776-4DF8029C2F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2E6A23-B9FB-4B03-8339-928597F91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4BC88-A243-4471-962D-6EF0ABBCE22E}" type="datetimeFigureOut">
              <a:rPr lang="en-GH" smtClean="0"/>
              <a:t>28/11/2025</a:t>
            </a:fld>
            <a:endParaRPr lang="en-G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4E8F68-025F-48D9-9A53-BEF09C2E1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212331-6F9C-4B72-85F5-B6CD07058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53614-D020-4CE0-A525-F1DF214FB8D1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930343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D4BFE-114D-4CA3-BCB8-595B8D827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71E167-FB45-4C4A-B421-053E06F337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00F0DB-8DCC-4871-9BE6-410D250527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C6D9F8-74C5-4A67-A2E5-58B574291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4BC88-A243-4471-962D-6EF0ABBCE22E}" type="datetimeFigureOut">
              <a:rPr lang="en-GH" smtClean="0"/>
              <a:t>28/11/2025</a:t>
            </a:fld>
            <a:endParaRPr lang="en-G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CA3A9F-2893-49CE-B0F4-440F37EF8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FFD63C-10FE-4D5A-90FB-DB26A510F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53614-D020-4CE0-A525-F1DF214FB8D1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80338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45612-D194-4EB8-A054-CA3864757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47DB1D-B135-4587-96B8-245906502A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707DBD-2681-45F7-9805-7FD76569F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4BC88-A243-4471-962D-6EF0ABBCE22E}" type="datetimeFigureOut">
              <a:rPr lang="en-GH" smtClean="0"/>
              <a:t>28/11/2025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C65B9-3AB1-4221-8F20-9ECAB8853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4D0A9-1589-40F5-AB1F-8384C8256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53614-D020-4CE0-A525-F1DF214FB8D1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012749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5A0D9F-8A3E-4F3E-9BF0-DD7D679E80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BE634D-C29C-46B6-A86D-8DEF54B5BA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844EE3-895A-4572-8D7E-A9CC785B4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4BC88-A243-4471-962D-6EF0ABBCE22E}" type="datetimeFigureOut">
              <a:rPr lang="en-GH" smtClean="0"/>
              <a:t>28/11/2025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4E3F1-BE91-4F4C-AC0B-1C3BBFBE1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CCF13F-F0F0-4A93-B296-103801F1B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53614-D020-4CE0-A525-F1DF214FB8D1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4230663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27C89A-7043-47E9-BA9B-6D761A313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FE04CE-4370-47DD-8BDD-2EF07F5ED4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D391F-247F-49DD-B60D-A868F5E964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C4BC88-A243-4471-962D-6EF0ABBCE22E}" type="datetimeFigureOut">
              <a:rPr lang="en-GH" smtClean="0"/>
              <a:t>28/11/2025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B3495-E4C7-416F-80AF-0B0E6720C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3EE3C-E9E0-4FA1-807C-E946DB87B1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53614-D020-4CE0-A525-F1DF214FB8D1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509799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793ACBF-E160-49D6-BB82-CD69AC94CEC2}"/>
              </a:ext>
            </a:extLst>
          </p:cNvPr>
          <p:cNvSpPr/>
          <p:nvPr/>
        </p:nvSpPr>
        <p:spPr>
          <a:xfrm>
            <a:off x="219076" y="200025"/>
            <a:ext cx="11734800" cy="6438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H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1581360-9145-4FF3-9491-D49A330AE9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139" y="342900"/>
            <a:ext cx="2057644" cy="32099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B15CB4E-F31C-4C29-A9DE-C0AA4250E3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139" y="4171951"/>
            <a:ext cx="2057644" cy="205764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D47B748A-5342-47AB-A176-020CA0031A2B}"/>
              </a:ext>
            </a:extLst>
          </p:cNvPr>
          <p:cNvSpPr/>
          <p:nvPr/>
        </p:nvSpPr>
        <p:spPr>
          <a:xfrm>
            <a:off x="2695575" y="342900"/>
            <a:ext cx="9158286" cy="6105525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H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8656CB-91B7-473E-8A63-CA333D6096FF}"/>
              </a:ext>
            </a:extLst>
          </p:cNvPr>
          <p:cNvSpPr txBox="1"/>
          <p:nvPr/>
        </p:nvSpPr>
        <p:spPr>
          <a:xfrm>
            <a:off x="2762250" y="457200"/>
            <a:ext cx="9091611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DEATH CAUSES DATASET FROM 1990 - 2019</a:t>
            </a:r>
            <a:endParaRPr lang="en-GH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F49F3FF-681A-473A-9EFE-86F3E915361F}"/>
              </a:ext>
            </a:extLst>
          </p:cNvPr>
          <p:cNvSpPr/>
          <p:nvPr/>
        </p:nvSpPr>
        <p:spPr>
          <a:xfrm>
            <a:off x="6686550" y="2047875"/>
            <a:ext cx="5048250" cy="435292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H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C0F9D3C-075B-4603-BC79-5FAEFDECF81A}"/>
              </a:ext>
            </a:extLst>
          </p:cNvPr>
          <p:cNvSpPr/>
          <p:nvPr/>
        </p:nvSpPr>
        <p:spPr>
          <a:xfrm>
            <a:off x="2781297" y="1514474"/>
            <a:ext cx="3805238" cy="240982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H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4AE90DB-F6CA-41E0-867C-C1C95AE1473F}"/>
              </a:ext>
            </a:extLst>
          </p:cNvPr>
          <p:cNvSpPr/>
          <p:nvPr/>
        </p:nvSpPr>
        <p:spPr>
          <a:xfrm>
            <a:off x="2762250" y="4067174"/>
            <a:ext cx="3805238" cy="233362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H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2799C3C-EE97-468A-B66F-9047A1C50631}"/>
              </a:ext>
            </a:extLst>
          </p:cNvPr>
          <p:cNvSpPr/>
          <p:nvPr/>
        </p:nvSpPr>
        <p:spPr>
          <a:xfrm>
            <a:off x="6705600" y="902732"/>
            <a:ext cx="5076825" cy="106894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H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1E7E09C-14B8-402C-B24A-9DD699513574}"/>
              </a:ext>
            </a:extLst>
          </p:cNvPr>
          <p:cNvSpPr/>
          <p:nvPr/>
        </p:nvSpPr>
        <p:spPr>
          <a:xfrm>
            <a:off x="2781297" y="902732"/>
            <a:ext cx="3786191" cy="56411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164375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7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Maa Abena</dc:creator>
  <cp:lastModifiedBy>Maa Abena</cp:lastModifiedBy>
  <cp:revision>4</cp:revision>
  <dcterms:created xsi:type="dcterms:W3CDTF">2025-11-28T20:21:14Z</dcterms:created>
  <dcterms:modified xsi:type="dcterms:W3CDTF">2025-11-28T20:44:14Z</dcterms:modified>
</cp:coreProperties>
</file>