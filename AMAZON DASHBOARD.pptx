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067A-981E-48E1-AE33-3846BC8AC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9A03C-EFC2-49F1-9875-52E403CEA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EB7B7-3F79-4FDB-8348-52A322A7A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A527F-32A3-4172-919F-844962BF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D5F22-0392-4D0E-9085-7D3ED3AE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5172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505A-4AC4-4B0A-82A5-1FD96C6B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5A98-31A1-48C5-9310-B2EDAF1C4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F23F-F02C-4D44-A07F-0EF8DAEF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69447-4C35-497E-95F8-1C6F136F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21D23-2514-4716-8C7E-97423736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0613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DFA4-D1B6-422F-9A4D-1F6EC61F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85694-7150-41F0-AA49-A540B373E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DEF1A-8049-4E56-BEE7-F3694091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CF728-34FD-427F-ADC8-D0A949FF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A1666-D132-4E8E-B9CB-39CABEC5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8050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32CB-A09D-41D9-9C61-FD643FD9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B8571-1DED-4F75-B71D-2B0416F87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FCB6C-EC53-4301-9348-4F992A120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F3FF0-42E3-40F9-969B-E82AEFC4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E12A8-6A8F-461E-BB53-2AC2A2221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8E935-5162-402B-82FB-2AF3B2E5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510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CEEC6-CB0B-4607-AA51-85554DAE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9BFB1-790F-4FF5-8521-D2D5C96E5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F9E34-9CE5-4859-A56A-9B7F9C7F8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8B911-DEFF-40BC-A213-7918499BD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8C587-1AAC-4B97-8C81-4CC46A897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3A6EF-6BEE-44E5-BE15-A13DA046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67D59-F4C8-46E9-9540-CF131956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D40F0-6B88-4A07-AEF5-26DB7D6C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1606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3CCA6-B1F1-467D-9232-365AEEE4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DC48E-8546-4F8E-943B-6F51C784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78324-49B0-4CA8-AE97-15013041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FE15B-7748-480B-B951-24CCA0C1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446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9EF2F-3C6F-4D8F-91CA-14E4C544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A1224-7F43-4663-9258-BE201063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7DC5E-59E5-4FD5-A0FE-F121529B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1725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D56-0165-4456-8A05-399A78F9F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A3D1B-32FD-41B9-B207-AA9A3E752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E6008-0693-4443-961F-EFF4589A7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3ADF4-0F15-4F2C-B5AD-A0B420B3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18982-C77A-409C-982D-3C16743D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9229A-5516-49A4-8DB3-87C1B798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5753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A349-9048-4603-90D6-1450D550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05D42-E927-4578-9465-52538DBA5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24CAD-3A58-484E-9EC1-F05AF037B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4323D-09EB-4B3D-8EF9-2E3F258F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58C8D-90B1-4066-8094-9A061154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57118-AC2D-4F22-934F-E3BCE881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79592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00B3-E3C3-4DD8-8805-CEA3E900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0AEBB-020B-4484-8D1B-7A704E13D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49DE-6710-4097-B5B8-C9BC64FB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49399-4A0A-42CA-8BD4-B5AF7C0B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3D21A-13F3-4465-A8FA-823F6581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2217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FA49D8-3DA5-4FE2-8A65-EB7AED60C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1AF30-06F0-4FF5-AE3B-1125115DD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7568F-ABCF-442C-A7E2-BBA7B060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7231-E17C-43F1-B2B3-59AAA2FA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F13C2-B3A9-4600-B79B-29797DC9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3551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6E4F4-FE57-4B34-A61C-AFB95209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CB49E-1B0D-4887-9F73-F92E4CF6D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E54C1-CE67-418B-B43B-CDD7DB5FA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F873A-7395-41A8-AE5C-FA7F1AE7C303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2A7A9-0ED9-42D6-A19E-DFDF7B113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FB058-1AA0-4D16-A368-305713265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BF87C-EA87-4FA6-9B81-9D06A2FCA3C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5949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3913-6475-4526-A418-036445D7A80A}"/>
              </a:ext>
            </a:extLst>
          </p:cNvPr>
          <p:cNvSpPr/>
          <p:nvPr/>
        </p:nvSpPr>
        <p:spPr>
          <a:xfrm>
            <a:off x="116541" y="98612"/>
            <a:ext cx="11958918" cy="66428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3A342-2F63-4206-B2D2-9FCE345D8568}"/>
              </a:ext>
            </a:extLst>
          </p:cNvPr>
          <p:cNvSpPr/>
          <p:nvPr/>
        </p:nvSpPr>
        <p:spPr>
          <a:xfrm>
            <a:off x="192741" y="190499"/>
            <a:ext cx="3845859" cy="2066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DBF17-0307-4214-BB6B-CBADDF149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41" y="-75636"/>
            <a:ext cx="4045884" cy="25991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21431A-9F11-41E1-9EC0-3B067A5DD746}"/>
              </a:ext>
            </a:extLst>
          </p:cNvPr>
          <p:cNvSpPr/>
          <p:nvPr/>
        </p:nvSpPr>
        <p:spPr>
          <a:xfrm>
            <a:off x="4352925" y="190499"/>
            <a:ext cx="7646334" cy="77152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6BE403-90BD-40AC-90F5-C6A15E106EF5}"/>
              </a:ext>
            </a:extLst>
          </p:cNvPr>
          <p:cNvSpPr/>
          <p:nvPr/>
        </p:nvSpPr>
        <p:spPr>
          <a:xfrm>
            <a:off x="4352925" y="1223959"/>
            <a:ext cx="7646334" cy="3195639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2000EE-705F-4506-8F4D-E87B0CFAA634}"/>
              </a:ext>
            </a:extLst>
          </p:cNvPr>
          <p:cNvSpPr/>
          <p:nvPr/>
        </p:nvSpPr>
        <p:spPr>
          <a:xfrm>
            <a:off x="192741" y="2451562"/>
            <a:ext cx="3845859" cy="196803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81EBB7-56B3-4950-98E1-3272FDBEDE43}"/>
              </a:ext>
            </a:extLst>
          </p:cNvPr>
          <p:cNvSpPr/>
          <p:nvPr/>
        </p:nvSpPr>
        <p:spPr>
          <a:xfrm>
            <a:off x="192741" y="4593845"/>
            <a:ext cx="5760385" cy="2073655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E4062-1C1F-40DE-A61B-2269FC49D8C4}"/>
              </a:ext>
            </a:extLst>
          </p:cNvPr>
          <p:cNvSpPr/>
          <p:nvPr/>
        </p:nvSpPr>
        <p:spPr>
          <a:xfrm>
            <a:off x="6238875" y="4593845"/>
            <a:ext cx="5760384" cy="2073655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9514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 Abena</dc:creator>
  <cp:lastModifiedBy>Maa Abena</cp:lastModifiedBy>
  <cp:revision>4</cp:revision>
  <dcterms:created xsi:type="dcterms:W3CDTF">2025-11-24T16:41:36Z</dcterms:created>
  <dcterms:modified xsi:type="dcterms:W3CDTF">2025-11-25T20:18:25Z</dcterms:modified>
</cp:coreProperties>
</file>